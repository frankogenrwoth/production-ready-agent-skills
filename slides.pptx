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keep this short — 30s. Set up that this is practitioner experience, not theory. Day job + side project gives both depth and breadth.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get a hand count for each. Calibrate the rest of the talk based on this. Most students will have used chatbots; fewer will have written API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shift gears here. Move from "what is a skill" to "how to write a GOOD skill".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open the editor with both files visible ahead of time. Have a volunteer's phone number ready or ask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Production-Ready Skills for AI Agents</dc:title>
  <dc:subject>PptxGenJS Presentation</dc:subject>
  <dc:creator>Created by Marp</dc:creator>
  <cp:lastModifiedBy>Created by Marp</cp:lastModifiedBy>
  <cp:revision>1</cp:revision>
  <dcterms:created xsi:type="dcterms:W3CDTF">2026-05-07T14:24:11Z</dcterms:created>
  <dcterms:modified xsi:type="dcterms:W3CDTF">2026-05-07T14:24:11Z</dcterms:modified>
</cp:coreProperties>
</file>